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executiv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tam_si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segment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monetizatio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roadmap_next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